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-1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D136A-44DD-4426-9CAB-DCFAB3136B41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D086D-1FC2-4813-B7C0-728614A5B0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05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D086D-1FC2-4813-B7C0-728614A5B01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09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70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39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6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7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94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42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7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77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21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59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48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883F2-7388-4105-934D-E5F70F043FAB}" type="datetimeFigureOut">
              <a:rPr lang="fr-FR" smtClean="0"/>
              <a:t>06/12/2023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E2931-222E-431B-9D03-C4A7F7F29F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83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95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composants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071171" y="2357610"/>
            <a:ext cx="881349" cy="572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1597446" y="2930487"/>
            <a:ext cx="903382" cy="7932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81350" y="3723701"/>
            <a:ext cx="1432192" cy="655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visuel</a:t>
            </a:r>
            <a:endParaRPr lang="fr-FR" dirty="0"/>
          </a:p>
        </p:txBody>
      </p:sp>
      <p:cxnSp>
        <p:nvCxnSpPr>
          <p:cNvPr id="13" name="Connecteur droit avec flèche 12"/>
          <p:cNvCxnSpPr>
            <a:stCxn id="4" idx="2"/>
          </p:cNvCxnSpPr>
          <p:nvPr/>
        </p:nvCxnSpPr>
        <p:spPr>
          <a:xfrm>
            <a:off x="2511846" y="2930487"/>
            <a:ext cx="1013552" cy="7932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54217" y="3723701"/>
            <a:ext cx="1531344" cy="655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intelligent</a:t>
            </a:r>
            <a:endParaRPr lang="fr-FR" dirty="0"/>
          </a:p>
        </p:txBody>
      </p:sp>
      <p:cxnSp>
        <p:nvCxnSpPr>
          <p:cNvPr id="16" name="Connecteur droit avec flèche 15"/>
          <p:cNvCxnSpPr>
            <a:stCxn id="4" idx="2"/>
          </p:cNvCxnSpPr>
          <p:nvPr/>
        </p:nvCxnSpPr>
        <p:spPr>
          <a:xfrm>
            <a:off x="2511846" y="2930487"/>
            <a:ext cx="2622014" cy="7932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27933" y="3723701"/>
            <a:ext cx="1520327" cy="655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communicatif</a:t>
            </a:r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9860096" y="760164"/>
            <a:ext cx="804232" cy="5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9055864" y="1712722"/>
            <a:ext cx="804232" cy="5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10262212" y="1694227"/>
            <a:ext cx="804232" cy="5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11296420" y="1712722"/>
            <a:ext cx="804232" cy="5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8348948" y="2649557"/>
            <a:ext cx="804232" cy="5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9522245" y="2649557"/>
            <a:ext cx="804232" cy="5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avec flèche 24"/>
          <p:cNvCxnSpPr/>
          <p:nvPr/>
        </p:nvCxnSpPr>
        <p:spPr>
          <a:xfrm flipV="1">
            <a:off x="9457980" y="1322024"/>
            <a:ext cx="677538" cy="36866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>
            <a:endCxn id="18" idx="2"/>
          </p:cNvCxnSpPr>
          <p:nvPr/>
        </p:nvCxnSpPr>
        <p:spPr>
          <a:xfrm flipH="1" flipV="1">
            <a:off x="10262212" y="1322024"/>
            <a:ext cx="402116" cy="36866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>
            <a:stCxn id="21" idx="0"/>
          </p:cNvCxnSpPr>
          <p:nvPr/>
        </p:nvCxnSpPr>
        <p:spPr>
          <a:xfrm flipH="1" flipV="1">
            <a:off x="10365494" y="1356461"/>
            <a:ext cx="1333042" cy="35626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>
            <a:stCxn id="22" idx="0"/>
            <a:endCxn id="19" idx="2"/>
          </p:cNvCxnSpPr>
          <p:nvPr/>
        </p:nvCxnSpPr>
        <p:spPr>
          <a:xfrm flipV="1">
            <a:off x="8751064" y="2274582"/>
            <a:ext cx="706916" cy="3749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23" idx="0"/>
            <a:endCxn id="19" idx="2"/>
          </p:cNvCxnSpPr>
          <p:nvPr/>
        </p:nvCxnSpPr>
        <p:spPr>
          <a:xfrm flipH="1" flipV="1">
            <a:off x="9457980" y="2274582"/>
            <a:ext cx="466381" cy="3749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71596" y="1129631"/>
            <a:ext cx="2084712" cy="18008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5715916" y="1410160"/>
            <a:ext cx="569780" cy="3966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6753340" y="1534591"/>
            <a:ext cx="451691" cy="437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avec flèche 37"/>
          <p:cNvCxnSpPr>
            <a:stCxn id="22" idx="1"/>
          </p:cNvCxnSpPr>
          <p:nvPr/>
        </p:nvCxnSpPr>
        <p:spPr>
          <a:xfrm flipH="1" flipV="1">
            <a:off x="7556308" y="2732183"/>
            <a:ext cx="792640" cy="1983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>
            <a:endCxn id="20" idx="1"/>
          </p:cNvCxnSpPr>
          <p:nvPr/>
        </p:nvCxnSpPr>
        <p:spPr>
          <a:xfrm>
            <a:off x="7556308" y="1739199"/>
            <a:ext cx="2705904" cy="2359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38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 artefacts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Module : @</a:t>
            </a:r>
            <a:r>
              <a:rPr lang="fr-FR" dirty="0" err="1" smtClean="0"/>
              <a:t>NgModules</a:t>
            </a:r>
            <a:r>
              <a:rPr lang="fr-FR" dirty="0" smtClean="0"/>
              <a:t>, ensemble de composants directives et pipes</a:t>
            </a:r>
          </a:p>
          <a:p>
            <a:r>
              <a:rPr lang="fr-FR" dirty="0" smtClean="0"/>
              <a:t>Composant : @Component</a:t>
            </a:r>
          </a:p>
          <a:p>
            <a:r>
              <a:rPr lang="fr-FR" dirty="0" smtClean="0"/>
              <a:t>Directive : @Directive</a:t>
            </a:r>
          </a:p>
          <a:p>
            <a:r>
              <a:rPr lang="fr-FR" dirty="0" smtClean="0"/>
              <a:t>Pipe: @Pipe</a:t>
            </a:r>
          </a:p>
          <a:p>
            <a:r>
              <a:rPr lang="fr-FR" dirty="0" smtClean="0"/>
              <a:t>Service : @Injectable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866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Vscode</a:t>
            </a:r>
            <a:r>
              <a:rPr lang="fr-FR" dirty="0" smtClean="0"/>
              <a:t> extensions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 smtClean="0"/>
              <a:t>Error</a:t>
            </a:r>
            <a:r>
              <a:rPr lang="fr-FR" dirty="0" smtClean="0"/>
              <a:t> Lens</a:t>
            </a:r>
          </a:p>
          <a:p>
            <a:r>
              <a:rPr lang="fr-FR" dirty="0" smtClean="0"/>
              <a:t>Git Graph</a:t>
            </a:r>
          </a:p>
          <a:p>
            <a:r>
              <a:rPr lang="fr-FR" dirty="0" err="1" smtClean="0"/>
              <a:t>Angular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 Service</a:t>
            </a:r>
          </a:p>
          <a:p>
            <a:r>
              <a:rPr lang="fr-FR" dirty="0" err="1" smtClean="0"/>
              <a:t>Prettier</a:t>
            </a:r>
            <a:endParaRPr lang="fr-FR" dirty="0" smtClean="0"/>
          </a:p>
          <a:p>
            <a:r>
              <a:rPr lang="fr-FR" dirty="0" err="1" smtClean="0"/>
              <a:t>Surround</a:t>
            </a:r>
            <a:endParaRPr lang="fr-FR" dirty="0" smtClean="0"/>
          </a:p>
          <a:p>
            <a:r>
              <a:rPr lang="fr-FR" dirty="0" err="1" smtClean="0"/>
              <a:t>Typescript</a:t>
            </a:r>
            <a:r>
              <a:rPr lang="fr-FR" dirty="0" smtClean="0"/>
              <a:t> Class </a:t>
            </a:r>
            <a:r>
              <a:rPr lang="fr-FR" dirty="0" err="1" smtClean="0"/>
              <a:t>Organizer</a:t>
            </a:r>
            <a:endParaRPr lang="fr-FR" dirty="0" smtClean="0"/>
          </a:p>
          <a:p>
            <a:r>
              <a:rPr lang="fr-FR" dirty="0" err="1" smtClean="0"/>
              <a:t>CodeMetrics</a:t>
            </a:r>
            <a:endParaRPr lang="fr-FR" dirty="0" smtClean="0"/>
          </a:p>
          <a:p>
            <a:r>
              <a:rPr lang="fr-FR" dirty="0" err="1" smtClean="0"/>
              <a:t>Javascript</a:t>
            </a:r>
            <a:r>
              <a:rPr lang="fr-FR" dirty="0" smtClean="0"/>
              <a:t> Console </a:t>
            </a:r>
            <a:r>
              <a:rPr lang="fr-FR" dirty="0" err="1" smtClean="0"/>
              <a:t>Utils</a:t>
            </a:r>
            <a:endParaRPr lang="fr-FR" dirty="0" smtClean="0"/>
          </a:p>
          <a:p>
            <a:r>
              <a:rPr lang="fr-FR" dirty="0"/>
              <a:t>Template String </a:t>
            </a:r>
            <a:r>
              <a:rPr lang="fr-FR" dirty="0" err="1"/>
              <a:t>Converter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0816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Chrome extensions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Angular</a:t>
            </a:r>
            <a:r>
              <a:rPr lang="fr-FR" dirty="0" smtClean="0"/>
              <a:t> </a:t>
            </a:r>
            <a:r>
              <a:rPr lang="fr-FR" dirty="0" err="1" smtClean="0"/>
              <a:t>Devtools</a:t>
            </a:r>
            <a:endParaRPr lang="fr-FR" dirty="0" smtClean="0"/>
          </a:p>
          <a:p>
            <a:r>
              <a:rPr lang="fr-FR" dirty="0" err="1" smtClean="0"/>
              <a:t>Json</a:t>
            </a:r>
            <a:r>
              <a:rPr lang="fr-FR" dirty="0" smtClean="0"/>
              <a:t> </a:t>
            </a:r>
            <a:r>
              <a:rPr lang="fr-FR" dirty="0" err="1" smtClean="0"/>
              <a:t>Formatter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5751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observable</a:t>
            </a:r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440675" y="1938969"/>
            <a:ext cx="11512626" cy="771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398441" y="5233012"/>
            <a:ext cx="38671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fr-FR" dirty="0" smtClean="0"/>
              <a:t>On </a:t>
            </a:r>
            <a:r>
              <a:rPr lang="fr-FR" dirty="0" err="1" smtClean="0"/>
              <a:t>definit</a:t>
            </a:r>
            <a:r>
              <a:rPr lang="fr-FR" dirty="0" smtClean="0"/>
              <a:t> l’observable :</a:t>
            </a:r>
            <a:r>
              <a:rPr lang="fr-FR" dirty="0"/>
              <a:t/>
            </a:r>
            <a:br>
              <a:rPr lang="fr-FR" dirty="0"/>
            </a:br>
            <a:r>
              <a:rPr lang="fr-FR" dirty="0" err="1" smtClean="0"/>
              <a:t>const</a:t>
            </a:r>
            <a:r>
              <a:rPr lang="fr-FR" dirty="0" smtClean="0"/>
              <a:t> </a:t>
            </a:r>
            <a:r>
              <a:rPr lang="fr-FR" dirty="0" err="1" smtClean="0"/>
              <a:t>obs</a:t>
            </a:r>
            <a:r>
              <a:rPr lang="fr-FR" dirty="0" smtClean="0"/>
              <a:t> = new Observable((s) =&gt; {</a:t>
            </a:r>
            <a:br>
              <a:rPr lang="fr-FR" dirty="0" smtClean="0"/>
            </a:br>
            <a:r>
              <a:rPr lang="fr-FR" dirty="0" smtClean="0"/>
              <a:t>…</a:t>
            </a:r>
            <a:br>
              <a:rPr lang="fr-FR" dirty="0" smtClean="0"/>
            </a:br>
            <a:r>
              <a:rPr lang="fr-FR" dirty="0" smtClean="0"/>
              <a:t>})</a:t>
            </a:r>
          </a:p>
          <a:p>
            <a:pPr marL="342900" indent="-342900">
              <a:buAutoNum type="arabicPeriod"/>
            </a:pPr>
            <a:r>
              <a:rPr lang="fr-FR" dirty="0" smtClean="0"/>
              <a:t>On lance l’observable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991518" y="1690688"/>
            <a:ext cx="0" cy="82115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e 8"/>
          <p:cNvSpPr/>
          <p:nvPr/>
        </p:nvSpPr>
        <p:spPr>
          <a:xfrm>
            <a:off x="2485335" y="1773716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4265590" y="1759744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5012901" y="1756789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12"/>
          <p:cNvCxnSpPr/>
          <p:nvPr/>
        </p:nvCxnSpPr>
        <p:spPr>
          <a:xfrm>
            <a:off x="7127913" y="1690688"/>
            <a:ext cx="0" cy="6889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6885542" y="2511846"/>
            <a:ext cx="106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complete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2507142" y="2349348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5061219" y="2377941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4254287" y="2377941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cxnSp>
        <p:nvCxnSpPr>
          <p:cNvPr id="18" name="Connecteur droit avec flèche 17"/>
          <p:cNvCxnSpPr/>
          <p:nvPr/>
        </p:nvCxnSpPr>
        <p:spPr>
          <a:xfrm flipV="1">
            <a:off x="440675" y="3336533"/>
            <a:ext cx="11512626" cy="771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991518" y="3088252"/>
            <a:ext cx="0" cy="82115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/>
          <p:cNvSpPr/>
          <p:nvPr/>
        </p:nvSpPr>
        <p:spPr>
          <a:xfrm>
            <a:off x="2485335" y="3171280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/>
          <p:cNvSpPr/>
          <p:nvPr/>
        </p:nvSpPr>
        <p:spPr>
          <a:xfrm>
            <a:off x="4265590" y="3157308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/>
          <p:cNvSpPr/>
          <p:nvPr/>
        </p:nvSpPr>
        <p:spPr>
          <a:xfrm>
            <a:off x="5012901" y="3154353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8556174" y="3810125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error</a:t>
            </a:r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>
            <a:off x="2507142" y="3746912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5061219" y="3775505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4254287" y="3775505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cxnSp>
        <p:nvCxnSpPr>
          <p:cNvPr id="29" name="Connecteur droit 28"/>
          <p:cNvCxnSpPr/>
          <p:nvPr/>
        </p:nvCxnSpPr>
        <p:spPr>
          <a:xfrm>
            <a:off x="8747393" y="3088252"/>
            <a:ext cx="396607" cy="65866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8725359" y="3088252"/>
            <a:ext cx="363557" cy="65866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V="1">
            <a:off x="440675" y="4502513"/>
            <a:ext cx="11512626" cy="771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991518" y="4254232"/>
            <a:ext cx="0" cy="82115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lipse 33"/>
          <p:cNvSpPr/>
          <p:nvPr/>
        </p:nvSpPr>
        <p:spPr>
          <a:xfrm>
            <a:off x="2485335" y="4337260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/>
          <p:cNvSpPr/>
          <p:nvPr/>
        </p:nvSpPr>
        <p:spPr>
          <a:xfrm>
            <a:off x="4265590" y="4323288"/>
            <a:ext cx="572878" cy="484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/>
          <p:cNvSpPr txBox="1"/>
          <p:nvPr/>
        </p:nvSpPr>
        <p:spPr>
          <a:xfrm>
            <a:off x="2507142" y="4912892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sp>
        <p:nvSpPr>
          <p:cNvPr id="40" name="ZoneTexte 39"/>
          <p:cNvSpPr txBox="1"/>
          <p:nvPr/>
        </p:nvSpPr>
        <p:spPr>
          <a:xfrm>
            <a:off x="4254287" y="4941485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cxnSp>
        <p:nvCxnSpPr>
          <p:cNvPr id="44" name="Connecteur droit 43"/>
          <p:cNvCxnSpPr/>
          <p:nvPr/>
        </p:nvCxnSpPr>
        <p:spPr>
          <a:xfrm flipH="1">
            <a:off x="5012901" y="4323288"/>
            <a:ext cx="131976" cy="48474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4838468" y="4832598"/>
            <a:ext cx="131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unsubscribe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157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Observable </a:t>
            </a:r>
            <a:r>
              <a:rPr lang="fr-FR" dirty="0" err="1" smtClean="0"/>
              <a:t>interval</a:t>
            </a:r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407624" y="2093205"/>
            <a:ext cx="11622795" cy="550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838200" y="1487277"/>
            <a:ext cx="0" cy="153134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557728" y="1867359"/>
            <a:ext cx="560943" cy="5618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1966051" y="1888992"/>
            <a:ext cx="560943" cy="5618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3281189" y="1888992"/>
            <a:ext cx="560943" cy="5618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4596327" y="1900009"/>
            <a:ext cx="560943" cy="5618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4978706" y="1404249"/>
            <a:ext cx="0" cy="153134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03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promise</a:t>
            </a:r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319489" y="1994053"/>
            <a:ext cx="11567711" cy="330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991518" y="1690688"/>
            <a:ext cx="0" cy="73302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3216925" y="1627541"/>
            <a:ext cx="716097" cy="7330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/>
          <p:nvPr/>
        </p:nvCxnSpPr>
        <p:spPr>
          <a:xfrm flipV="1">
            <a:off x="319489" y="3319616"/>
            <a:ext cx="11567711" cy="330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991518" y="3016251"/>
            <a:ext cx="0" cy="73302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3305060" y="3016251"/>
            <a:ext cx="473726" cy="64134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flipH="1">
            <a:off x="3216925" y="2953104"/>
            <a:ext cx="550844" cy="79617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021157" y="1399142"/>
            <a:ext cx="85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resolve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4021157" y="3534513"/>
            <a:ext cx="72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reject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1947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Javascript</a:t>
            </a:r>
            <a:r>
              <a:rPr lang="fr-FR" dirty="0" smtClean="0"/>
              <a:t> histoire</a:t>
            </a:r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264405" y="2115239"/>
            <a:ext cx="11766014" cy="110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638978" y="1861851"/>
            <a:ext cx="0" cy="58389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64405" y="2434729"/>
            <a:ext cx="1094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1995</a:t>
            </a:r>
          </a:p>
          <a:p>
            <a:r>
              <a:rPr lang="fr-FR" dirty="0" err="1" smtClean="0"/>
              <a:t>Javascript</a:t>
            </a:r>
            <a:endParaRPr lang="fr-FR" dirty="0" smtClean="0"/>
          </a:p>
          <a:p>
            <a:r>
              <a:rPr lang="fr-FR" dirty="0" smtClean="0"/>
              <a:t>Netscape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696599" y="1861851"/>
            <a:ext cx="17383" cy="58389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1359320" y="2451655"/>
            <a:ext cx="1282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1997</a:t>
            </a:r>
          </a:p>
          <a:p>
            <a:r>
              <a:rPr lang="fr-FR" dirty="0" err="1" smtClean="0"/>
              <a:t>ECMAScript</a:t>
            </a:r>
            <a:endParaRPr lang="fr-FR" dirty="0"/>
          </a:p>
        </p:txBody>
      </p:sp>
      <p:cxnSp>
        <p:nvCxnSpPr>
          <p:cNvPr id="14" name="Connecteur droit 13"/>
          <p:cNvCxnSpPr/>
          <p:nvPr/>
        </p:nvCxnSpPr>
        <p:spPr>
          <a:xfrm flipH="1">
            <a:off x="2434728" y="1938969"/>
            <a:ext cx="11017" cy="49576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2172247" y="144321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1998</a:t>
            </a:r>
          </a:p>
          <a:p>
            <a:r>
              <a:rPr lang="fr-FR" dirty="0" smtClean="0"/>
              <a:t>ES2</a:t>
            </a:r>
            <a:endParaRPr lang="fr-FR" dirty="0"/>
          </a:p>
        </p:txBody>
      </p:sp>
      <p:cxnSp>
        <p:nvCxnSpPr>
          <p:cNvPr id="17" name="Connecteur droit 16"/>
          <p:cNvCxnSpPr/>
          <p:nvPr/>
        </p:nvCxnSpPr>
        <p:spPr>
          <a:xfrm>
            <a:off x="3007605" y="1938969"/>
            <a:ext cx="22034" cy="50677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2709128" y="247144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1999</a:t>
            </a:r>
          </a:p>
          <a:p>
            <a:r>
              <a:rPr lang="fr-FR" dirty="0" smtClean="0"/>
              <a:t>ES3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6147412" y="1861851"/>
            <a:ext cx="0" cy="6095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5905041" y="249714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2009</a:t>
            </a:r>
          </a:p>
          <a:p>
            <a:r>
              <a:rPr lang="fr-FR" dirty="0" smtClean="0"/>
              <a:t>ES5</a:t>
            </a:r>
            <a:endParaRPr lang="fr-FR" dirty="0"/>
          </a:p>
        </p:txBody>
      </p:sp>
      <p:cxnSp>
        <p:nvCxnSpPr>
          <p:cNvPr id="23" name="Connecteur droit 22"/>
          <p:cNvCxnSpPr/>
          <p:nvPr/>
        </p:nvCxnSpPr>
        <p:spPr>
          <a:xfrm>
            <a:off x="7238082" y="1861851"/>
            <a:ext cx="0" cy="57287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6891993" y="2471443"/>
            <a:ext cx="692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2011</a:t>
            </a:r>
          </a:p>
          <a:p>
            <a:r>
              <a:rPr lang="fr-FR" dirty="0" smtClean="0"/>
              <a:t>ES5.1</a:t>
            </a:r>
            <a:endParaRPr lang="fr-FR" dirty="0"/>
          </a:p>
        </p:txBody>
      </p:sp>
      <p:cxnSp>
        <p:nvCxnSpPr>
          <p:cNvPr id="26" name="Connecteur droit 25"/>
          <p:cNvCxnSpPr/>
          <p:nvPr/>
        </p:nvCxnSpPr>
        <p:spPr>
          <a:xfrm>
            <a:off x="8736376" y="1861851"/>
            <a:ext cx="0" cy="63529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8571123" y="262201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2015</a:t>
            </a:r>
          </a:p>
          <a:p>
            <a:r>
              <a:rPr lang="fr-FR" dirty="0" smtClean="0"/>
              <a:t>ES6</a:t>
            </a:r>
            <a:endParaRPr lang="fr-FR" dirty="0"/>
          </a:p>
        </p:txBody>
      </p:sp>
      <p:cxnSp>
        <p:nvCxnSpPr>
          <p:cNvPr id="29" name="Connecteur droit 28"/>
          <p:cNvCxnSpPr/>
          <p:nvPr/>
        </p:nvCxnSpPr>
        <p:spPr>
          <a:xfrm>
            <a:off x="7584170" y="1366092"/>
            <a:ext cx="0" cy="26109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7372333" y="4031253"/>
            <a:ext cx="152516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2012</a:t>
            </a:r>
          </a:p>
          <a:p>
            <a:r>
              <a:rPr lang="fr-FR" dirty="0" smtClean="0"/>
              <a:t>TS</a:t>
            </a:r>
          </a:p>
          <a:p>
            <a:endParaRPr lang="fr-FR" dirty="0"/>
          </a:p>
          <a:p>
            <a:r>
              <a:rPr lang="fr-FR" dirty="0" err="1" smtClean="0"/>
              <a:t>Const</a:t>
            </a:r>
            <a:r>
              <a:rPr lang="fr-FR" dirty="0" smtClean="0"/>
              <a:t>/let</a:t>
            </a:r>
          </a:p>
          <a:p>
            <a:r>
              <a:rPr lang="fr-FR" dirty="0" smtClean="0"/>
              <a:t>Import/export</a:t>
            </a:r>
          </a:p>
          <a:p>
            <a:r>
              <a:rPr lang="fr-FR" dirty="0" smtClean="0"/>
              <a:t>Class/</a:t>
            </a:r>
            <a:r>
              <a:rPr lang="fr-FR" dirty="0" err="1" smtClean="0"/>
              <a:t>extends</a:t>
            </a:r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 flipV="1">
            <a:off x="8571123" y="3268345"/>
            <a:ext cx="165253" cy="149094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66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Programmation </a:t>
            </a:r>
            <a:r>
              <a:rPr lang="fr-FR" dirty="0" err="1" smtClean="0"/>
              <a:t>javascript</a:t>
            </a:r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374573" y="2368627"/>
            <a:ext cx="1169991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H="1">
            <a:off x="1057619" y="2038120"/>
            <a:ext cx="11017" cy="72711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 flipH="1">
            <a:off x="3523561" y="2038120"/>
            <a:ext cx="11017" cy="72711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H="1">
            <a:off x="5322065" y="2038120"/>
            <a:ext cx="11017" cy="72711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H="1">
            <a:off x="6888755" y="2038120"/>
            <a:ext cx="11017" cy="72711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68636" y="2214390"/>
            <a:ext cx="121186" cy="38559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342720" y="2214390"/>
            <a:ext cx="132663" cy="38559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1872867" y="4740275"/>
            <a:ext cx="41354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Const</a:t>
            </a:r>
            <a:r>
              <a:rPr lang="fr-FR" dirty="0" smtClean="0"/>
              <a:t> </a:t>
            </a:r>
            <a:r>
              <a:rPr lang="fr-FR" dirty="0" err="1" smtClean="0"/>
              <a:t>fd</a:t>
            </a:r>
            <a:r>
              <a:rPr lang="fr-FR" dirty="0" smtClean="0"/>
              <a:t> = </a:t>
            </a:r>
            <a:r>
              <a:rPr lang="fr-FR" dirty="0" err="1" smtClean="0"/>
              <a:t>fopen</a:t>
            </a:r>
            <a:r>
              <a:rPr lang="fr-FR" dirty="0" smtClean="0"/>
              <a:t>(‘toto.txt’, mode, options)</a:t>
            </a:r>
          </a:p>
          <a:p>
            <a:r>
              <a:rPr lang="fr-FR" dirty="0" smtClean="0"/>
              <a:t>…</a:t>
            </a:r>
          </a:p>
          <a:p>
            <a:endParaRPr lang="fr-FR" dirty="0"/>
          </a:p>
          <a:p>
            <a:r>
              <a:rPr lang="fr-FR" dirty="0" err="1"/>
              <a:t>f</a:t>
            </a:r>
            <a:r>
              <a:rPr lang="fr-FR" dirty="0" err="1" smtClean="0"/>
              <a:t>open</a:t>
            </a:r>
            <a:r>
              <a:rPr lang="fr-FR" dirty="0" smtClean="0"/>
              <a:t>(‘toto.txt’, mode, </a:t>
            </a:r>
            <a:r>
              <a:rPr lang="fr-FR" dirty="0" err="1" smtClean="0"/>
              <a:t>oiptions</a:t>
            </a:r>
            <a:r>
              <a:rPr lang="fr-FR" dirty="0" smtClean="0"/>
              <a:t>, () =&gt; {…})</a:t>
            </a:r>
            <a:endParaRPr lang="fr-FR" dirty="0"/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374573" y="3635566"/>
            <a:ext cx="11699914" cy="440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1078274" y="2688116"/>
            <a:ext cx="111548" cy="8703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66940" y="3470313"/>
            <a:ext cx="1597446" cy="40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2864386" y="2599981"/>
            <a:ext cx="77118" cy="78219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2941504" y="2126255"/>
            <a:ext cx="0" cy="47372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51143" y="2202971"/>
            <a:ext cx="132663" cy="38559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37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38200" y="1690688"/>
            <a:ext cx="3441700" cy="90011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13300" cy="1325563"/>
          </a:xfrm>
        </p:spPr>
        <p:txBody>
          <a:bodyPr/>
          <a:lstStyle/>
          <a:p>
            <a:r>
              <a:rPr lang="fr-FR" dirty="0" err="1" smtClean="0"/>
              <a:t>subject</a:t>
            </a:r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406400" y="1968500"/>
            <a:ext cx="11785600" cy="381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838200" y="1690688"/>
            <a:ext cx="0" cy="76041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1536700" y="1690688"/>
            <a:ext cx="469900" cy="671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1771650" y="1690688"/>
            <a:ext cx="469900" cy="671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/>
          <p:cNvCxnSpPr/>
          <p:nvPr/>
        </p:nvCxnSpPr>
        <p:spPr>
          <a:xfrm>
            <a:off x="2387600" y="3162300"/>
            <a:ext cx="48260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V="1">
            <a:off x="2540000" y="3302000"/>
            <a:ext cx="9652000" cy="127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2692400" y="3467100"/>
            <a:ext cx="9601200" cy="635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844800" y="3619500"/>
            <a:ext cx="9867900" cy="635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2997200" y="3771900"/>
            <a:ext cx="9944100" cy="14446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7213600" y="1397000"/>
            <a:ext cx="0" cy="15621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>
            <a:off x="10236200" y="1397000"/>
            <a:ext cx="0" cy="1397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6629400" y="8509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500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9969500" y="10795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2000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10071100" y="2794000"/>
            <a:ext cx="6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false</a:t>
            </a:r>
            <a:endParaRPr lang="fr-FR" dirty="0"/>
          </a:p>
        </p:txBody>
      </p:sp>
      <p:sp>
        <p:nvSpPr>
          <p:cNvPr id="29" name="Ellipse 28"/>
          <p:cNvSpPr/>
          <p:nvPr/>
        </p:nvSpPr>
        <p:spPr>
          <a:xfrm>
            <a:off x="9969500" y="1690688"/>
            <a:ext cx="652743" cy="569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7489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137</Words>
  <Application>Microsoft Office PowerPoint</Application>
  <PresentationFormat>Grand écran</PresentationFormat>
  <Paragraphs>77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composants</vt:lpstr>
      <vt:lpstr>5 artefacts</vt:lpstr>
      <vt:lpstr>Vscode extensions</vt:lpstr>
      <vt:lpstr>Chrome extensions</vt:lpstr>
      <vt:lpstr>observable</vt:lpstr>
      <vt:lpstr>Observable interval</vt:lpstr>
      <vt:lpstr>promise</vt:lpstr>
      <vt:lpstr>Javascript histoire</vt:lpstr>
      <vt:lpstr>Programmation javascript</vt:lpstr>
      <vt:lpstr>subject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orsys</dc:creator>
  <cp:lastModifiedBy>orsys</cp:lastModifiedBy>
  <cp:revision>20</cp:revision>
  <dcterms:created xsi:type="dcterms:W3CDTF">2023-12-04T13:36:19Z</dcterms:created>
  <dcterms:modified xsi:type="dcterms:W3CDTF">2023-12-06T15:40:39Z</dcterms:modified>
</cp:coreProperties>
</file>